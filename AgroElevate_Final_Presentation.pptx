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89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— TITLE</a:t>
            </a:r>
          </a:p>
          <a:p>
            <a:r>
              <a:t>Good morning/afternoon respected examiners, faculty, and guests.</a:t>
            </a:r>
          </a:p>
          <a:p>
            <a:endParaRPr/>
          </a:p>
          <a:p>
            <a:r>
              <a:t>I am [Student Name], presenting our Final Year BE project: AgroElevate — an AI-powered agricultural marketplace with automated royalty distribution.</a:t>
            </a:r>
          </a:p>
          <a:p>
            <a:endParaRPr/>
          </a:p>
          <a:p>
            <a:r>
              <a:t>AgroElevate connects farmers, traders, industrialists, and customers on a single platform where downstream resale value is shared fairly with the original producer through a server-side royalty engine.</a:t>
            </a:r>
          </a:p>
          <a:p>
            <a:endParaRPr/>
          </a:p>
          <a:p>
            <a:r>
              <a:t>This presentation covers architecture, implementation, live deployment, and verified results from our production system at agro-fair-chain.vercel.app.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— PROBLEM STATEMENT</a:t>
            </a:r>
          </a:p>
          <a:p>
            <a:r>
              <a:t>Indian agriculture employs over half our workforce, yet farmers capture the smallest share of value in multi-hop supply chains.</a:t>
            </a:r>
          </a:p>
          <a:p>
            <a:endParaRPr/>
          </a:p>
          <a:p>
            <a:r>
              <a:t>Middlemen and processors absorb margins while the farmer receives only a one-time farm-gate payment. There is no transparency, no traceability, and no automated mechanism for revenue sharing on resale.</a:t>
            </a:r>
          </a:p>
          <a:p>
            <a:endParaRPr/>
          </a:p>
          <a:p>
            <a:r>
              <a:t>Existing AgriTech platforms focus on listings and logistics — not on encoding fair economics into the transaction layer itself. AgroElevate was designed to close this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— OUR SOLUTION</a:t>
            </a:r>
          </a:p>
          <a:p>
            <a:r>
              <a:t>AgroElevate is a multi-role marketplace serving five personas: Farmer, Trader, Industrialist, Customer, and Admin.</a:t>
            </a:r>
          </a:p>
          <a:p>
            <a:endParaRPr/>
          </a:p>
          <a:p>
            <a:r>
              <a:t>Each role has dedicated dashboards, wallet operations, and marketplace permissions. The platform pillars are: Marketplace commerce, Razorpay wallet top-ups, the Option B royalty engine at 12.5%, AI intelligence dashboards, and role-aware analytics.</a:t>
            </a:r>
          </a:p>
          <a:p>
            <a:endParaRPr/>
          </a:p>
          <a:p>
            <a:r>
              <a:t>All business logic — especially royalty calculation — runs server-side in PostgreSQL RPC functions, never on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— SYSTEM ARCHITECTURE</a:t>
            </a:r>
          </a:p>
          <a:p>
            <a:r>
              <a:t>The architecture follows a thin-client, authoritative-backend pattern.</a:t>
            </a:r>
          </a:p>
          <a:p>
            <a:endParaRPr/>
          </a:p>
          <a:p>
            <a:r>
              <a:t>React web and Android mobile clients communicate with Supabase for authentication, PostgreSQL data, Row Level Security, RPC functions, Edge Functions, and file storage.</a:t>
            </a:r>
          </a:p>
          <a:p>
            <a:endParaRPr/>
          </a:p>
          <a:p>
            <a:r>
              <a:t>The FastAPI AI microservice on Render provides predictions, recommendations, and the Copilot. Razorpay handles payment intents and webhook settlement. Vercel hosts the production web frontend.</a:t>
            </a:r>
          </a:p>
          <a:p>
            <a:endParaRPr/>
          </a:p>
          <a:p>
            <a:r>
              <a:t>This separation ensures security, scalability, and a single source of truth for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— TECH STACK</a:t>
            </a:r>
          </a:p>
          <a:p>
            <a:r>
              <a:t>We chose industry-standard, production-grade technologies.</a:t>
            </a:r>
          </a:p>
          <a:p>
            <a:endParaRPr/>
          </a:p>
          <a:p>
            <a:r>
              <a:t>Frontend: React 18, TypeScript, Vite, Tailwind, and shadcn/ui for a modern responsive UI.</a:t>
            </a:r>
          </a:p>
          <a:p>
            <a:endParaRPr/>
          </a:p>
          <a:p>
            <a:r>
              <a:t>Backend: Supabase with PostgreSQL 15, RLS policies, and SECURITY DEFINER RPCs.</a:t>
            </a:r>
          </a:p>
          <a:p>
            <a:endParaRPr/>
          </a:p>
          <a:p>
            <a:r>
              <a:t>AI: FastAPI with Python, scikit-learn, and pandas, containerized for Render deployment.</a:t>
            </a:r>
          </a:p>
          <a:p>
            <a:endParaRPr/>
          </a:p>
          <a:p>
            <a:r>
              <a:t>Payments: Razorpay with Edge Function webhooks. DevOps: GitHub, Vercel, Render, and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— CORE FEATURES</a:t>
            </a:r>
          </a:p>
          <a:p>
            <a:r>
              <a:t>AgroElevate delivers twelve integrated capabilities: Marketplace listings and checkout, wallet with Razorpay top-up, automated royalty engine, order lifecycle management, role-based analytics, AI intelligence layer, grounded Copilot chat, Supabase authentication, admin dashboard, real-time notifications, Android client architecture, and full Razorpay payment integration.</a:t>
            </a:r>
          </a:p>
          <a:p>
            <a:endParaRPr/>
          </a:p>
          <a:p>
            <a:r>
              <a:t>Each feature is role-aware and backed by server-side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— ROYALTY ENGINE (CORE INNOVATION)</a:t>
            </a:r>
          </a:p>
          <a:p>
            <a:r>
              <a:t>This is our distinguishing innovation — Option B royalty remittance.</a:t>
            </a:r>
          </a:p>
          <a:p>
            <a:endParaRPr/>
          </a:p>
          <a:p>
            <a:r>
              <a:t>When a Trader relists produce with embedded ownership metadata and an Industrialist purchases at resale, 12.5% of the transaction value is automatically credited to the original Farmer's wallet as royalty_income.</a:t>
            </a:r>
          </a:p>
          <a:p>
            <a:endParaRPr/>
          </a:p>
          <a:p>
            <a:r>
              <a:t>The calculation happens inside the checkout_order RPC function — never on the client. We verified this with 26 automated end-to-end tests, including mathematical validation of ₹43.75 royalty on a 5 kg × ₹70 resale scenario.</a:t>
            </a:r>
          </a:p>
          <a:p>
            <a:endParaRPr/>
          </a:p>
          <a:p>
            <a:r>
              <a:t>This encodes fair agricultural economics directly in database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— AI INTELLIGENCE</a:t>
            </a:r>
          </a:p>
          <a:p>
            <a:r>
              <a:t>The AgroElevate Intelligence API is a FastAPI microservice delivering crop recommendations, market price predictions, income forecasts in three scenarios, district-level analytics, and demand intelligence.</a:t>
            </a:r>
          </a:p>
          <a:p>
            <a:endParaRPr/>
          </a:p>
          <a:p>
            <a:r>
              <a:t>The AI Copilot provides grounded, context-aware responses using live user and marketplace data. The web client includes graceful offline fallback when the AI service is unavailable.</a:t>
            </a:r>
          </a:p>
          <a:p>
            <a:endParaRPr/>
          </a:p>
          <a:p>
            <a:r>
              <a:t>Dashboard screenshots shown here are from our live Intelligence hub at /intelligence.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— DATABASE &amp; BACKEND</a:t>
            </a:r>
          </a:p>
          <a:p>
            <a:r>
              <a:t>Supabase PostgreSQL is the authoritative data layer. Core tables include profiles, users, products, orders, order_items, wallet_history, payment_intents, and payment_receipts.</a:t>
            </a:r>
          </a:p>
          <a:p>
            <a:endParaRPr/>
          </a:p>
          <a:p>
            <a:r>
              <a:t>Row Level Security ensures users access only their own data. Critical RPCs — checkout_order, get_wallet_balance, transfer_funds — run as SECURITY DEFINER functions.</a:t>
            </a:r>
          </a:p>
          <a:p>
            <a:endParaRPr/>
          </a:p>
          <a:p>
            <a:r>
              <a:t>Edge Functions handle Razorpay order creation and webhook settlement, maintaining payment audit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— ANDROID APPLICATION</a:t>
            </a:r>
          </a:p>
          <a:p>
            <a:r>
              <a:t>The Android client follows the same thin-client architecture as the web app. Built with Kotlin, Jetpack Compose, and the Supabase SDK, it consumes identical RPCs and authentication flows.</a:t>
            </a:r>
          </a:p>
          <a:p>
            <a:endParaRPr/>
          </a:p>
          <a:p>
            <a:r>
              <a:t>Features include marketplace browsing, wallet operations, order tracking, and Razorpay Android SDK integration. The client polls payment_intents after checkout and never duplicates royalty or wallet logic locally.</a:t>
            </a:r>
          </a:p>
          <a:p>
            <a:endParaRPr/>
          </a:p>
          <a:p>
            <a:r>
              <a:t>Integration contracts are documented in our ANDROID_RAZORPAY_INTEGRATION.md specification.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— LIVE DEMONSTRATION</a:t>
            </a:r>
          </a:p>
          <a:p>
            <a:r>
              <a:t>These screenshots are captured from our production deployment at agro-fair-chain.vercel.app.</a:t>
            </a:r>
          </a:p>
          <a:p>
            <a:endParaRPr/>
          </a:p>
          <a:p>
            <a:r>
              <a:t>The flow demonstrates: landing page, authentication, role dashboard, marketplace browsing, wallet with transaction history including royalty entries, and the AI Intelligence hub.</a:t>
            </a:r>
          </a:p>
          <a:p>
            <a:endParaRPr/>
          </a:p>
          <a:p>
            <a:r>
              <a:t>We invite you to explore the live system during the Q&amp;A session. All commerce flows have been verified against the production Supabase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— DEPLOYMENT</a:t>
            </a:r>
          </a:p>
          <a:p>
            <a:r>
              <a:t>Our deployment pipeline is multi-cloud and CI/CD ready.</a:t>
            </a:r>
          </a:p>
          <a:p>
            <a:endParaRPr/>
          </a:p>
          <a:p>
            <a:r>
              <a:t>Source code is on GitHub. Vercel auto-deploys the React frontend on every push to main. The AI service runs as a Docker container on Render. Supabase Cloud hosts Auth, PostgreSQL, Edge Functions, and Storage.</a:t>
            </a:r>
          </a:p>
          <a:p>
            <a:endParaRPr/>
          </a:p>
          <a:p>
            <a:r>
              <a:t>Razorpay Edge Functions process payments in production. Release tag v1.0.0 marks our public release candidate.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— RESULTS</a:t>
            </a:r>
          </a:p>
          <a:p>
            <a:r>
              <a:t>Key verified achievements: 26 out of 26 commerce end-to-end tests passing, 12.5% royalty rate mathematically verified, five user roles fully supported, release candidate v1.0.0 tagged and deployed, Lighthouse SEO score of 100, and zero client-side royalty calculation — all royalty logic is server-authoritative.</a:t>
            </a:r>
          </a:p>
          <a:p>
            <a:endParaRPr/>
          </a:p>
          <a:p>
            <a:r>
              <a:t>Overall project readiness score: 87 out of 100 across web, Android specification, AI, Razorpay, and the royalty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— FUTURE SCOPE</a:t>
            </a:r>
          </a:p>
          <a:p>
            <a:r>
              <a:t>Future enhancements include IoT soil and weather sensors, drone crop monitoring, satellite NDVI integration, e-NAM mandi price feeds, blockchain traceability, multilingual AI Copilot, export marketplace, FPO bulk listing, supply chain analytics, and an ML model retraining pipeline.</a:t>
            </a:r>
          </a:p>
          <a:p>
            <a:endParaRPr/>
          </a:p>
          <a:p>
            <a:r>
              <a:t>These extensions build on the fair-chain foundation already encoded in AgroElevate's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— THANK YOU</a:t>
            </a:r>
          </a:p>
          <a:p>
            <a:r>
              <a:t>Thank you for your attention. We welcome your questions and a live demonstration of AgroElevate.</a:t>
            </a:r>
          </a:p>
          <a:p>
            <a:endParaRPr/>
          </a:p>
          <a:p>
            <a:r>
              <a:t>Scan the QR code or visit agro-fair-chain.vercel.app. Source code is available at github.com/AmoghRaidurg/agro-fair-chain under release tag v1.0.0.</a:t>
            </a:r>
          </a:p>
          <a:p>
            <a:endParaRPr/>
          </a:p>
          <a:p>
            <a:r>
              <a:t>We are happy to demonstrate the royalty engine, wallet flow, and AI intelligence live.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840480"/>
          </a:xfrm>
          <a:prstGeom prst="rect">
            <a:avLst/>
          </a:prstGeom>
          <a:solidFill>
            <a:srgbClr val="0F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8580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AgroElevate</a:t>
            </a:r>
          </a:p>
          <a:p>
            <a:pPr>
              <a:spcBef>
                <a:spcPts val="1200"/>
              </a:spcBef>
              <a:defRPr sz="1600">
                <a:solidFill>
                  <a:srgbClr val="A7F3D0"/>
                </a:solidFill>
              </a:defRPr>
            </a:pPr>
            <a:r>
              <a:t>AGROELEVATE: AI-POWERED AGRI-COMMERCE PLATFORM FOR FARMER TRANSACTIONS AND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Bachelor of Engineering — Final Year Project</a:t>
            </a:r>
          </a:p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Pune Vidyarthi Griha's College of Engineering, Technology &amp; Management, Pune – 411009</a:t>
            </a:r>
          </a:p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Department of Electronics and Telecommunication Engineering</a:t>
            </a:r>
          </a:p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Savitribai Phule Pune University</a:t>
            </a:r>
          </a:p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Submitted By:</a:t>
            </a:r>
          </a:p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Harshavardhan Kale (B190070239)  |  Siddheya Masurkar (B190070261)</a:t>
            </a:r>
          </a:p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Amogh Raidurg (B190070288)  |  Mohit Sonsale (B190070306)</a:t>
            </a:r>
          </a:p>
          <a:p>
            <a:pPr>
              <a:spcAft>
                <a:spcPts val="300"/>
              </a:spcAft>
              <a:defRPr sz="1200">
                <a:solidFill>
                  <a:srgbClr val="A7F3D0"/>
                </a:solidFill>
              </a:defRPr>
            </a:pPr>
            <a:r>
              <a:t>Guide: Dr. V. B. Thakare  |  Academic Year: 2025–2026</a:t>
            </a:r>
          </a:p>
        </p:txBody>
      </p:sp>
      <p:pic>
        <p:nvPicPr>
          <p:cNvPr id="6" name="Picture 5" descr="pvg_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"/>
            <a:ext cx="630936" cy="887984"/>
          </a:xfrm>
          <a:prstGeom prst="rect">
            <a:avLst/>
          </a:prstGeom>
        </p:spPr>
      </p:pic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5" y="3912869"/>
            <a:ext cx="4712209" cy="29451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Problem Statement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Indian agriculture loses value across opaque supply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Farmers receive only farm-gate price — no share in downstream resale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Middlemen capture arbitrage without transparent royalty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Low profit visibility and fragmented digital infrastructure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Lack of trust, traceability, and fair payment rails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Existing AgriTech focuses on listings — not automated revenue sharing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Supply Chain Gap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Farmer → Trader → Industrialist → Retail</a:t>
            </a:r>
            <a:br/>
            <a:r>
              <a:t>Value concentrates downstream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657600"/>
            <a:ext cx="5029200" cy="182880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Impact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&lt; 15% farmer share in many commodity chains</a:t>
            </a:r>
            <a:br/>
            <a:r>
              <a:t>No programmatic royalty on resale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Our Solution — AgroElevate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Fair-chain commerce + server-side royalty + AI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Farmer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List produce, earn royalties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371600"/>
            <a:ext cx="347472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Trader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Procure &amp; relist inventory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8" y="1371600"/>
            <a:ext cx="347472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Industrialist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Bulk procurement + manufacturing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347472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Customer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Marketplace 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2788920"/>
            <a:ext cx="347472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Admin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Users &amp; payments oversight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10972800" cy="14630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Platform Pillars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Marketplace  •  Wallet (Razorpay)  •  Royalty Engine (12.5%)  •  AI Copilot  •  Multi-role 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System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Thin clients — authoritative backend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0300"/>
            <a:ext cx="10689336" cy="504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Production-grade, industry-standard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React 18 · TypeScript · Vite · Tailwind · shadcn/ui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48640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Mobile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Android · Kotlin · Jetpack Compose · Supabase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7480"/>
            <a:ext cx="548640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Supabase · PostgreSQL 15 · RLS · RPC · Edge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697480"/>
            <a:ext cx="548640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AI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FastAPI · Python · scikit-learn · pandas · Render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48640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Payments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Razorpay Test/Live · Webhook settlement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14800"/>
            <a:ext cx="5486400" cy="123444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DevOps</a:t>
            </a:r>
          </a:p>
          <a:p>
            <a:pPr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t>GitHub · Vercel · Render · Docker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Core Features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End-to-end AgriTech commerce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Wallet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7764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Royalty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65176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AI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97764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530352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Admin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Notifications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4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Android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03520"/>
            <a:ext cx="2651760" cy="10972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Razorpay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Royalty Engine — Core Innovation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Server-side Option B · 12.5% verified (26/26 E2E)</a:t>
            </a:r>
          </a:p>
        </p:txBody>
      </p:sp>
      <p:pic>
        <p:nvPicPr>
          <p:cNvPr id="4" name="Picture 3" descr="roya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371600"/>
            <a:ext cx="7132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0FDF4"/>
                </a:solidFill>
              </a:defRPr>
            </a:pPr>
            <a:r>
              <a:t>Royalty ONLY on qualifying resale (trader → industrialist)</a:t>
            </a:r>
          </a:p>
          <a:p>
            <a:pPr>
              <a:spcAft>
                <a:spcPts val="1000"/>
              </a:spcAft>
              <a:defRPr sz="1600">
                <a:solidFill>
                  <a:srgbClr val="F0FDF4"/>
                </a:solidFill>
              </a:defRPr>
            </a:pPr>
            <a:r>
              <a:t>Calculated in checkout_order RPC — never on client</a:t>
            </a:r>
          </a:p>
          <a:p>
            <a:pPr>
              <a:spcAft>
                <a:spcPts val="1000"/>
              </a:spcAft>
              <a:defRPr sz="1600">
                <a:solidFill>
                  <a:srgbClr val="F0FDF4"/>
                </a:solidFill>
              </a:defRPr>
            </a:pPr>
            <a:r>
              <a:t>wallet_history type: royalty_income</a:t>
            </a:r>
          </a:p>
          <a:p>
            <a:pPr>
              <a:spcAft>
                <a:spcPts val="1000"/>
              </a:spcAft>
              <a:defRPr sz="1600">
                <a:solidFill>
                  <a:srgbClr val="F0FDF4"/>
                </a:solidFill>
              </a:defRPr>
            </a:pPr>
            <a:r>
              <a:t>Verified: ₹43.75 on 5×₹70 resale scenario</a:t>
            </a:r>
          </a:p>
          <a:p>
            <a:pPr>
              <a:spcAft>
                <a:spcPts val="1000"/>
              </a:spcAft>
              <a:defRPr sz="1600">
                <a:solidFill>
                  <a:srgbClr val="F0FDF4"/>
                </a:solidFill>
              </a:defRPr>
            </a:pPr>
            <a:r>
              <a:t>Ownership metadata in products.description JSON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AI Intelligence Layer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FastAPI microservice — role-aware dashboards</a:t>
            </a:r>
          </a:p>
        </p:txBody>
      </p:sp>
      <p:pic>
        <p:nvPicPr>
          <p:cNvPr id="5" name="Picture 4" descr="intelli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20724"/>
            <a:ext cx="51206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4805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Crop recommendations &amp; market predictions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Income forecasts (3 scenarios)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District analytics &amp; demand intelligence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AI Copilot with grounded context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Graceful offline fallback on web/mobile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Database &amp; Backend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Supabase PostgreSQL with RLS + SECURITY DEFINER RPCs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profiles · users · products · orders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order_items · wallet_history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payment_intents · payment_receipts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RPC: checkout_order, get_wallet_balance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Edge: razorpay-create-order, webhook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Android Application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Thin client — same Supabase backend as web</a:t>
            </a:r>
          </a:p>
        </p:txBody>
      </p:sp>
      <p:pic>
        <p:nvPicPr>
          <p:cNvPr id="4" name="Picture 3" descr="android_n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1" y="1764792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Kotlin + Jetpack Compose + Supabase SDK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Auth · Marketplace · Wallet · Orders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Razorpay Android Standard SDK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Poll payment_intents after checkout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Never duplicate royalty or wallet logic</a:t>
            </a:r>
          </a:p>
        </p:txBody>
      </p:sp>
      <p:pic>
        <p:nvPicPr>
          <p:cNvPr id="6" name="Picture 5" descr="marketpl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657600"/>
            <a:ext cx="5303520" cy="2560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Live Demonstration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Production deployment — agro-fair-chain.vercel.app</a:t>
            </a:r>
          </a:p>
        </p:txBody>
      </p:sp>
      <p:pic>
        <p:nvPicPr>
          <p:cNvPr id="4" name="Picture 3" descr="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365760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429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Landing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931920"/>
            <a:ext cx="365760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126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Login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3890772"/>
            <a:ext cx="365760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8823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Dashboard</a:t>
            </a:r>
          </a:p>
        </p:txBody>
      </p:sp>
      <p:pic>
        <p:nvPicPr>
          <p:cNvPr id="10" name="Picture 9" descr="marketpl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1234440"/>
            <a:ext cx="365760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97680" y="3429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Marketplace</a:t>
            </a:r>
          </a:p>
        </p:txBody>
      </p:sp>
      <p:pic>
        <p:nvPicPr>
          <p:cNvPr id="12" name="Picture 11" descr="wal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7888" y="1234440"/>
            <a:ext cx="3657600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80" y="3429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rPr dirty="0"/>
              <a:t>Wallet</a:t>
            </a:r>
          </a:p>
        </p:txBody>
      </p:sp>
      <p:pic>
        <p:nvPicPr>
          <p:cNvPr id="14" name="Picture 13" descr="intellig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3890772"/>
            <a:ext cx="365760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0" y="8823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AI Hub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02F4E0-9E00-5792-0F10-70C44921574B}"/>
              </a:ext>
            </a:extLst>
          </p:cNvPr>
          <p:cNvSpPr txBox="1"/>
          <p:nvPr/>
        </p:nvSpPr>
        <p:spPr>
          <a:xfrm>
            <a:off x="5770918" y="6118860"/>
            <a:ext cx="6498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rPr lang="en-IN" dirty="0"/>
              <a:t>AI page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C8A9A-A240-EF88-8807-06F969DDD215}"/>
              </a:ext>
            </a:extLst>
          </p:cNvPr>
          <p:cNvSpPr txBox="1"/>
          <p:nvPr/>
        </p:nvSpPr>
        <p:spPr>
          <a:xfrm>
            <a:off x="9483673" y="6117336"/>
            <a:ext cx="11860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rPr lang="en-IN" dirty="0"/>
              <a:t>User Dashboard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  <p:bldP spid="7" grpId="0"/>
      <p:bldP spid="9" grpId="0"/>
      <p:bldP spid="11" grpId="0"/>
      <p:bldP spid="13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Deployment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CI/CD ready · multi-cloud production</a:t>
            </a:r>
          </a:p>
        </p:txBody>
      </p:sp>
      <p:pic>
        <p:nvPicPr>
          <p:cNvPr id="4" name="Picture 3" descr="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1746504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Web: Vercel — agro-fair-chain.vercel.app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AI: Render — FastAPI Docker container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DB: Supabase Cloud (Auth + Postgres)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Payments: Razorpay + Edge Functions</a:t>
            </a:r>
          </a:p>
          <a:p>
            <a:pPr>
              <a:spcAft>
                <a:spcPts val="1000"/>
              </a:spcAft>
              <a:defRPr sz="1800">
                <a:solidFill>
                  <a:srgbClr val="F0FDF4"/>
                </a:solidFill>
              </a:defRPr>
            </a:pPr>
            <a:r>
              <a:t>Source: GitHub — AmoghRaidurg/agro-fair-chain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Results &amp; Achievements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Verified against live production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837944" cy="68580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26/26</a:t>
            </a:r>
          </a:p>
          <a:p>
            <a:pPr algn="ctr"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rPr dirty="0"/>
              <a:t>Commerce E2E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51176"/>
            <a:ext cx="1965960" cy="658368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12.5%</a:t>
            </a:r>
          </a:p>
          <a:p>
            <a:pPr algn="ctr"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rPr dirty="0"/>
              <a:t>Royalty rate 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" y="3648457"/>
            <a:ext cx="2295144" cy="758952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5</a:t>
            </a:r>
          </a:p>
          <a:p>
            <a:pPr algn="ctr"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rPr dirty="0"/>
              <a:t>User roles supported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1563625" cy="566928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v1.0.0-rc</a:t>
            </a:r>
          </a:p>
          <a:p>
            <a:pPr algn="ctr"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rPr dirty="0"/>
              <a:t>Release candidate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5" y="2551176"/>
            <a:ext cx="1719073" cy="612648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100</a:t>
            </a:r>
          </a:p>
          <a:p>
            <a:pPr algn="ctr"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rPr dirty="0"/>
              <a:t>Lighthouse SEO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5" y="3630168"/>
            <a:ext cx="2048257" cy="758952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0</a:t>
            </a:r>
          </a:p>
          <a:p>
            <a:pPr algn="ctr"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rPr dirty="0"/>
              <a:t>Client-side royalty calc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" y="4800601"/>
            <a:ext cx="9921240" cy="1197865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Project Readiness Score: 87/100</a:t>
            </a:r>
          </a:p>
          <a:p>
            <a:pPr algn="ctr">
              <a:spcBef>
                <a:spcPts val="600"/>
              </a:spcBef>
              <a:defRPr sz="1200">
                <a:solidFill>
                  <a:srgbClr val="F0FDF4"/>
                </a:solidFill>
              </a:defRPr>
            </a:pPr>
            <a:r>
              <a:rPr dirty="0"/>
              <a:t>Full-stack: Web + Android spec + AI + </a:t>
            </a:r>
            <a:r>
              <a:rPr dirty="0" err="1"/>
              <a:t>Razorpay</a:t>
            </a:r>
            <a:r>
              <a:rPr dirty="0"/>
              <a:t> + Option B royalty engine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DF4"/>
                </a:solidFill>
              </a:defRPr>
            </a:pPr>
            <a:r>
              <a:t>Future Scope</a:t>
            </a:r>
          </a:p>
          <a:p>
            <a:pPr>
              <a:spcBef>
                <a:spcPts val="600"/>
              </a:spcBef>
              <a:defRPr sz="1600">
                <a:solidFill>
                  <a:srgbClr val="A7F3D0"/>
                </a:solidFill>
              </a:defRPr>
            </a:pPr>
            <a:r>
              <a:t>Extending fair-chain agriculture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8894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IoT soil &amp; weather sensors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75293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Drone crop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18894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Satellite NDVI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875293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e-NAM mandi price feeds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70426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Blockchain 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470426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rPr dirty="0"/>
              <a:t>Multilingual AI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0" y="1280160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Export marketplace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0" y="2331720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FPO bulk listing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0" y="1280160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Supply chain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91520" y="2331720"/>
            <a:ext cx="5486400" cy="868680"/>
          </a:xfrm>
          <a:prstGeom prst="roundRect">
            <a:avLst/>
          </a:prstGeom>
          <a:solidFill>
            <a:srgbClr val="143D2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09728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ML model retraining pipeline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607" y="2651761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0FDF4"/>
                </a:solidFill>
              </a:defRPr>
            </a:pPr>
            <a:r>
              <a:rPr dirty="0"/>
              <a:t>Questions &amp; Live Demo Welcome</a:t>
            </a:r>
          </a:p>
          <a:p>
            <a:pPr algn="ctr">
              <a:defRPr sz="1400">
                <a:solidFill>
                  <a:srgbClr val="A7F3D0"/>
                </a:solidFill>
              </a:defRPr>
            </a:pPr>
            <a:endParaRPr dirty="0"/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rPr dirty="0"/>
              <a:t>Pune Vidyarthi </a:t>
            </a:r>
            <a:r>
              <a:rPr dirty="0" err="1"/>
              <a:t>Griha's</a:t>
            </a:r>
            <a:r>
              <a:rPr dirty="0"/>
              <a:t> College of Engineering, Technology &amp; Management, Pune – 411009</a:t>
            </a:r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rPr dirty="0"/>
              <a:t>Department of Electronics and Telecommunication Engineering</a:t>
            </a:r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rPr dirty="0"/>
              <a:t>Guide: Dr. V. B. Thakare  |  Academic Year: 2025–2026</a:t>
            </a:r>
          </a:p>
          <a:p>
            <a:pPr algn="ctr">
              <a:defRPr sz="1400">
                <a:solidFill>
                  <a:srgbClr val="A7F3D0"/>
                </a:solidFill>
              </a:defRPr>
            </a:pPr>
            <a:endParaRPr dirty="0"/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rPr dirty="0"/>
              <a:t>Team: Harshavardhan Kale, </a:t>
            </a:r>
            <a:r>
              <a:rPr dirty="0" err="1"/>
              <a:t>Siddheya</a:t>
            </a:r>
            <a:r>
              <a:rPr dirty="0"/>
              <a:t> </a:t>
            </a:r>
            <a:r>
              <a:rPr dirty="0" err="1"/>
              <a:t>Masurkar</a:t>
            </a:r>
            <a:r>
              <a:rPr dirty="0"/>
              <a:t>, Amogh Raidurg, Mohit </a:t>
            </a:r>
            <a:r>
              <a:rPr dirty="0" err="1"/>
              <a:t>Sonsale</a:t>
            </a:r>
            <a:endParaRPr dirty="0"/>
          </a:p>
          <a:p>
            <a:pPr algn="ctr">
              <a:defRPr sz="1400">
                <a:solidFill>
                  <a:srgbClr val="A7F3D0"/>
                </a:solidFill>
              </a:defRPr>
            </a:pPr>
            <a:endParaRPr dirty="0"/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rPr dirty="0"/>
              <a:t>Live: https://agro-fair-chain.vercel.app</a:t>
            </a:r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rPr dirty="0"/>
              <a:t>GitHub: https://github.com/AmoghRaidurg/agro-fair-chain</a:t>
            </a:r>
          </a:p>
          <a:p>
            <a:pPr algn="ctr">
              <a:defRPr sz="1400">
                <a:solidFill>
                  <a:srgbClr val="A7F3D0"/>
                </a:solidFill>
              </a:defRPr>
            </a:pPr>
            <a:endParaRPr dirty="0"/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rPr dirty="0"/>
              <a:t>Scan QR code for live demo</a:t>
            </a:r>
          </a:p>
        </p:txBody>
      </p:sp>
      <p:pic>
        <p:nvPicPr>
          <p:cNvPr id="5" name="Picture 4" descr="pvg_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"/>
            <a:ext cx="960120" cy="1351280"/>
          </a:xfrm>
          <a:prstGeom prst="rect">
            <a:avLst/>
          </a:prstGeom>
        </p:spPr>
      </p:pic>
      <p:pic>
        <p:nvPicPr>
          <p:cNvPr id="6" name="Picture 5" descr="qr_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4114800"/>
            <a:ext cx="1645920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1977</Words>
  <Application>Microsoft Office PowerPoint</Application>
  <PresentationFormat>Widescreen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Amogh Raidurg</cp:lastModifiedBy>
  <cp:revision>3</cp:revision>
  <dcterms:created xsi:type="dcterms:W3CDTF">2013-01-27T09:14:16Z</dcterms:created>
  <dcterms:modified xsi:type="dcterms:W3CDTF">2026-06-25T13:26:17Z</dcterms:modified>
  <cp:category/>
</cp:coreProperties>
</file>